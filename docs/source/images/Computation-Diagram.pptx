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12192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55"/>
    <p:restoredTop sz="94680"/>
  </p:normalViewPr>
  <p:slideViewPr>
    <p:cSldViewPr snapToGrid="0">
      <p:cViewPr>
        <p:scale>
          <a:sx n="119" d="100"/>
          <a:sy n="119" d="100"/>
        </p:scale>
        <p:origin x="31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992968"/>
            <a:ext cx="10363200" cy="6366933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605435"/>
            <a:ext cx="9144000" cy="4415365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795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853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59305"/>
            <a:ext cx="10515600" cy="760729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2238572"/>
            <a:ext cx="10515600" cy="400049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73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868333"/>
            <a:ext cx="51816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868333"/>
            <a:ext cx="51816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845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3670"/>
            <a:ext cx="10515600" cy="353483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4483101"/>
            <a:ext cx="5157787" cy="219709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6680200"/>
            <a:ext cx="5157787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4483101"/>
            <a:ext cx="5183188" cy="219709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6680200"/>
            <a:ext cx="5183188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84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28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958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219200"/>
            <a:ext cx="3932237" cy="42672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633137"/>
            <a:ext cx="6172200" cy="1299633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486400"/>
            <a:ext cx="3932237" cy="1016423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216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219200"/>
            <a:ext cx="3932237" cy="42672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633137"/>
            <a:ext cx="6172200" cy="12996333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486400"/>
            <a:ext cx="3932237" cy="1016423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5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490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973666"/>
            <a:ext cx="2628900" cy="154982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973666"/>
            <a:ext cx="7734300" cy="154982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385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73670"/>
            <a:ext cx="1051560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868333"/>
            <a:ext cx="1051560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950271"/>
            <a:ext cx="2743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90150A-1259-1E48-BDE6-16DFA27BFE7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950271"/>
            <a:ext cx="2743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406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495CE7E-CFFB-BB1A-EBF1-9248837A8A26}"/>
              </a:ext>
            </a:extLst>
          </p:cNvPr>
          <p:cNvSpPr/>
          <p:nvPr/>
        </p:nvSpPr>
        <p:spPr>
          <a:xfrm>
            <a:off x="3905026" y="821619"/>
            <a:ext cx="1982994" cy="2015585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Planet: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Mass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Radius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[M/H]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C/O</a:t>
            </a:r>
          </a:p>
          <a:p>
            <a:pPr algn="ctr"/>
            <a:r>
              <a:rPr lang="en-US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T</a:t>
            </a:r>
            <a:r>
              <a:rPr lang="en-US" baseline="-25000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eq</a:t>
            </a:r>
            <a:endParaRPr lang="en-US" baseline="-250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Phase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101A4BE-DE82-C48B-4A0F-B6029ACE4810}"/>
              </a:ext>
            </a:extLst>
          </p:cNvPr>
          <p:cNvSpPr/>
          <p:nvPr/>
        </p:nvSpPr>
        <p:spPr>
          <a:xfrm>
            <a:off x="6096000" y="821619"/>
            <a:ext cx="1982993" cy="2015584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Star: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T</a:t>
            </a:r>
            <a:r>
              <a:rPr lang="en-US" baseline="-250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eff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Mass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Radius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[M/H]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Log(g)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8C17BD-2B56-5FE8-3565-475B424E0D88}"/>
              </a:ext>
            </a:extLst>
          </p:cNvPr>
          <p:cNvSpPr/>
          <p:nvPr/>
        </p:nvSpPr>
        <p:spPr>
          <a:xfrm>
            <a:off x="4587189" y="267223"/>
            <a:ext cx="2773784" cy="425303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inputs</a:t>
            </a:r>
            <a:endParaRPr lang="en-US" sz="2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64C888-06AA-FC89-07C9-EA6B89D91E1B}"/>
              </a:ext>
            </a:extLst>
          </p:cNvPr>
          <p:cNvSpPr/>
          <p:nvPr/>
        </p:nvSpPr>
        <p:spPr>
          <a:xfrm>
            <a:off x="3784002" y="2966296"/>
            <a:ext cx="4294991" cy="193919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Computation settings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K-coefficient opacities (Freedman et al. 2008)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Atm pressure: (10^2.5 – 10^-6)</a:t>
            </a:r>
          </a:p>
          <a:p>
            <a:pPr algn="ctr"/>
            <a:r>
              <a:rPr lang="en-US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nLevels</a:t>
            </a:r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: 91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N initial Conv Zones: 1</a:t>
            </a:r>
          </a:p>
          <a:p>
            <a:pPr algn="ctr"/>
            <a:endParaRPr lang="en-US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B7B2E6-0CC7-43E2-1330-254537E38835}"/>
              </a:ext>
            </a:extLst>
          </p:cNvPr>
          <p:cNvSpPr/>
          <p:nvPr/>
        </p:nvSpPr>
        <p:spPr>
          <a:xfrm>
            <a:off x="3442447" y="161365"/>
            <a:ext cx="4883972" cy="501306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865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1637</TotalTime>
  <Words>59</Words>
  <Application>Microsoft Macintosh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Cubano</vt:lpstr>
      <vt:lpstr>Montserrat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Pearce, Logan</dc:creator>
  <cp:lastModifiedBy>Pearce, Logan</cp:lastModifiedBy>
  <cp:revision>2</cp:revision>
  <dcterms:created xsi:type="dcterms:W3CDTF">2026-01-26T15:34:25Z</dcterms:created>
  <dcterms:modified xsi:type="dcterms:W3CDTF">2026-01-27T18:52:01Z</dcterms:modified>
</cp:coreProperties>
</file>